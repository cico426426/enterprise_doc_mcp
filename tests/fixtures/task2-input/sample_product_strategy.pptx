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Q2 2024 Revenue by Product Line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CloudBase Pro</c:v>
                  </c:pt>
                  <c:pt idx="1">
                    <c:v>DataSync  Lite</c:v>
                  </c:pt>
                  <c:pt idx="2">
                    <c:v>On-Prem Suite</c:v>
                  </c:pt>
                  <c:pt idx="3">
                    <c:v>Svc &amp; Support</c:v>
                  </c:pt>
                  <c:pt idx="4">
                    <c:v>Hardware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54.2</c:v>
                </c:pt>
                <c:pt idx="1">
                  <c:v>31.8</c:v>
                </c:pt>
                <c:pt idx="2">
                  <c:v>28.5</c:v>
                </c:pt>
                <c:pt idx="3">
                  <c:v>49.1</c:v>
                </c:pt>
                <c:pt idx="4">
                  <c:v>18.7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&amp; Roadmap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Chen, CPO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2024  |  INTERNAL — NOT FOR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CAGR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End-Users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acceleration post-pandemic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regulatory requirements driving compliance tooling demand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segment  growing 2x faster than Enterprise (but lower ACV)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integration now a top-3 buying criterion for 67% of CIOs  (Gartner,  2024)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—  H2 2024 to 2025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280160"/>
                <a:gridCol w="182880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Co-pilot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– T. Park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Redesign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– R. Liu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Multi-tenancy Upgrade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– M. Osei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– L. Santos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Compliance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/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Priority: P0 = must-ship, P1 = high-value, P2 = strategic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Risk Factors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005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852160" y="146304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Supply chain delays (hardware)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EMEA SaaS renewal rate pressure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SMB competition from low-cost rivals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Engineering attrition (16.4%  vs 14% target)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Regulatory lag — HIPAA module timeline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Product Strategy 2024</dc:title>
  <dc:subject>PptxGenJS Presentation</dc:subject>
  <dc:creator>PptxGenJS</dc:creator>
  <cp:lastModifiedBy>PptxGenJS</cp:lastModifiedBy>
  <cp:revision>1</cp:revision>
  <dcterms:created xsi:type="dcterms:W3CDTF">2026-05-07T07:03:47Z</dcterms:created>
  <dcterms:modified xsi:type="dcterms:W3CDTF">2026-05-07T07:03:47Z</dcterms:modified>
</cp:coreProperties>
</file>